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080" y="-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ADBE7-1274-4283-BF40-23D6C01D808A}" type="datetimeFigureOut">
              <a:rPr lang="en-US" smtClean="0"/>
              <a:t>9/21/2011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00F79-148D-4399-A86F-5E4C105BBC3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23125" t="22656" r="6875" b="14844"/>
          <a:stretch>
            <a:fillRect/>
          </a:stretch>
        </p:blipFill>
        <p:spPr bwMode="auto">
          <a:xfrm>
            <a:off x="304800" y="533400"/>
            <a:ext cx="85344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l="23125" t="22656" r="6250" b="14844"/>
          <a:stretch>
            <a:fillRect/>
          </a:stretch>
        </p:blipFill>
        <p:spPr bwMode="auto">
          <a:xfrm>
            <a:off x="304800" y="304800"/>
            <a:ext cx="86106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>ARO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yafitush</dc:creator>
  <cp:lastModifiedBy>yafitush</cp:lastModifiedBy>
  <cp:revision>1</cp:revision>
  <dcterms:created xsi:type="dcterms:W3CDTF">2011-09-21T14:37:35Z</dcterms:created>
  <dcterms:modified xsi:type="dcterms:W3CDTF">2011-09-21T14:40:39Z</dcterms:modified>
</cp:coreProperties>
</file>