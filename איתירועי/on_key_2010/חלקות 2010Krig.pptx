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84" r:id="rId17"/>
    <p:sldId id="272" r:id="rId18"/>
    <p:sldId id="271" r:id="rId19"/>
    <p:sldId id="273" r:id="rId20"/>
    <p:sldId id="274" r:id="rId21"/>
    <p:sldId id="275" r:id="rId22"/>
    <p:sldId id="280" r:id="rId23"/>
    <p:sldId id="283" r:id="rId24"/>
    <p:sldId id="281" r:id="rId25"/>
    <p:sldId id="282" r:id="rId26"/>
    <p:sldId id="276" r:id="rId27"/>
    <p:sldId id="277" r:id="rId28"/>
    <p:sldId id="278" r:id="rId29"/>
    <p:sldId id="279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7CC2D-A62A-4F54-96CC-29C8D3B6ED5C}" type="datetimeFigureOut">
              <a:rPr lang="en-US" smtClean="0"/>
              <a:pPr/>
              <a:t>12/28/2011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AC464-76B0-4B1E-90E1-913270638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he-IL" sz="2000" dirty="0" smtClean="0">
                <a:cs typeface="+mn-cs"/>
              </a:rPr>
              <a:t>חוות עדן חלקה </a:t>
            </a:r>
            <a:r>
              <a:rPr lang="he-IL" sz="2000" dirty="0">
                <a:cs typeface="+mn-cs"/>
              </a:rPr>
              <a:t>ב</a:t>
            </a:r>
            <a:endParaRPr lang="en-US" sz="2000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99592" y="1268760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b="1" u="sng" dirty="0" err="1" smtClean="0"/>
              <a:t>סמיואריוגרם</a:t>
            </a:r>
            <a:endParaRPr lang="en-US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1628800"/>
            <a:ext cx="4543603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556792"/>
            <a:ext cx="4248472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380312" y="1124744"/>
            <a:ext cx="6078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smtClean="0"/>
              <a:t>מפה</a:t>
            </a:r>
            <a:endParaRPr lang="he-IL" b="1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000" b="1" u="sng" dirty="0"/>
              <a:t> </a:t>
            </a:r>
            <a:r>
              <a:rPr lang="he-IL" sz="2000" b="1" u="sng" dirty="0" smtClean="0"/>
              <a:t>חלקות 2010</a:t>
            </a:r>
            <a:r>
              <a:rPr lang="en-US" sz="2000" b="1" u="sng" dirty="0" err="1" smtClean="0"/>
              <a:t>Krig</a:t>
            </a:r>
            <a:r>
              <a:rPr lang="en-US" sz="2000" b="1" u="sng" dirty="0" smtClean="0"/>
              <a:t> </a:t>
            </a:r>
            <a:endParaRPr lang="en-US" sz="2000" b="1" u="sn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1196752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e-IL" b="1" u="sng" dirty="0" smtClean="0"/>
              <a:t>יפעת קישון 1 </a:t>
            </a:r>
            <a:r>
              <a:rPr lang="he-IL" b="1" u="sng" dirty="0" err="1" smtClean="0"/>
              <a:t>סמיואריוגרם</a:t>
            </a:r>
            <a:endParaRPr lang="en-US" b="1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4" y="2420888"/>
            <a:ext cx="4681145" cy="3635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348880"/>
            <a:ext cx="4258816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308304" y="2060848"/>
            <a:ext cx="5902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מפה</a:t>
            </a:r>
            <a:endParaRPr lang="he-I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pPr algn="r"/>
            <a:r>
              <a:rPr lang="he-IL" sz="2400" u="sng" dirty="0" smtClean="0">
                <a:cs typeface="+mn-cs"/>
              </a:rPr>
              <a:t>עין </a:t>
            </a:r>
            <a:r>
              <a:rPr lang="he-IL" sz="2400" u="sng" dirty="0" err="1" smtClean="0">
                <a:cs typeface="+mn-cs"/>
              </a:rPr>
              <a:t>חרוד</a:t>
            </a:r>
            <a:r>
              <a:rPr lang="he-IL" sz="2400" u="sng" dirty="0" smtClean="0">
                <a:cs typeface="+mn-cs"/>
              </a:rPr>
              <a:t> עמק ד</a:t>
            </a:r>
            <a:endParaRPr lang="en-US" sz="2400" u="sng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31840" y="1052736"/>
            <a:ext cx="12811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err="1" smtClean="0"/>
              <a:t>סמיואריוגרם</a:t>
            </a:r>
            <a:endParaRPr lang="he-IL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556792"/>
            <a:ext cx="446449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68190"/>
            <a:ext cx="4320480" cy="4818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028384" y="1124744"/>
            <a:ext cx="6078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smtClean="0"/>
              <a:t>מפה</a:t>
            </a:r>
            <a:endParaRPr lang="he-IL" b="1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עין </a:t>
            </a:r>
            <a:r>
              <a:rPr lang="he-IL" sz="2400" dirty="0" err="1" smtClean="0">
                <a:cs typeface="+mn-cs"/>
              </a:rPr>
              <a:t>חרוד</a:t>
            </a:r>
            <a:r>
              <a:rPr lang="he-IL" sz="2400" dirty="0" smtClean="0">
                <a:cs typeface="+mn-cs"/>
              </a:rPr>
              <a:t> איחוד חלקה ח'. </a:t>
            </a:r>
            <a:endParaRPr lang="he-IL" sz="2400" dirty="0"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28184" y="1196752"/>
            <a:ext cx="290656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leg  </a:t>
            </a:r>
            <a:r>
              <a:rPr lang="he-IL" dirty="0" err="1" smtClean="0"/>
              <a:t>סמיואריוגרם</a:t>
            </a:r>
            <a:r>
              <a:rPr lang="he-IL" dirty="0" smtClean="0"/>
              <a:t> לפני עדכון ה-</a:t>
            </a:r>
            <a:endParaRPr lang="he-IL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497" y="1556792"/>
            <a:ext cx="5134575" cy="4453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/>
              <a:t>עין </a:t>
            </a:r>
            <a:r>
              <a:rPr lang="he-IL" sz="2400" dirty="0" err="1" smtClean="0"/>
              <a:t>חרוד</a:t>
            </a:r>
            <a:r>
              <a:rPr lang="he-IL" sz="2400" dirty="0" smtClean="0"/>
              <a:t> איחוד חלקה ח'. </a:t>
            </a:r>
            <a:endParaRPr lang="he-IL" sz="2400" dirty="0"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196752"/>
            <a:ext cx="29899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1"/>
            <a:r>
              <a:rPr lang="he-IL" dirty="0" err="1" smtClean="0"/>
              <a:t>סמיואריוגרם</a:t>
            </a:r>
            <a:r>
              <a:rPr lang="he-IL" dirty="0" smtClean="0"/>
              <a:t> לאחר שינוי ה  </a:t>
            </a:r>
            <a:r>
              <a:rPr lang="en-US" dirty="0" smtClean="0"/>
              <a:t>leg</a:t>
            </a:r>
            <a:r>
              <a:rPr lang="he-IL" dirty="0" smtClean="0"/>
              <a:t> </a:t>
            </a:r>
            <a:endParaRPr lang="he-IL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556792"/>
            <a:ext cx="5934503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5" y="1556792"/>
            <a:ext cx="511881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100392" y="1196752"/>
            <a:ext cx="6078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smtClean="0"/>
              <a:t>מפה</a:t>
            </a:r>
            <a:endParaRPr lang="he-IL" b="1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גד"ש העמק חלקה 202</a:t>
            </a:r>
            <a:endParaRPr lang="he-IL" sz="2400" dirty="0"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3768" y="1268760"/>
            <a:ext cx="134363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err="1" smtClean="0"/>
              <a:t>סמיואריוגרם</a:t>
            </a:r>
            <a:endParaRPr lang="he-IL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7884368" y="1340768"/>
            <a:ext cx="6078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smtClean="0"/>
              <a:t>מפה</a:t>
            </a:r>
            <a:endParaRPr lang="he-IL" b="1" u="sng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9750" y="1844824"/>
            <a:ext cx="5563596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844823"/>
            <a:ext cx="4654475" cy="4375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קיבוץ גבע – חלקה 12</a:t>
            </a:r>
            <a:endParaRPr lang="he-IL" sz="2400" dirty="0"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1484784"/>
            <a:ext cx="275588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u="sng" dirty="0" err="1" smtClean="0"/>
              <a:t>סמיואריוגרם</a:t>
            </a:r>
            <a:r>
              <a:rPr lang="he-IL" u="sng" dirty="0" smtClean="0"/>
              <a:t> לפני שינוי ה-</a:t>
            </a:r>
            <a:r>
              <a:rPr lang="en-US" u="sng" dirty="0" smtClean="0"/>
              <a:t>leg</a:t>
            </a:r>
            <a:endParaRPr lang="he-IL" u="sng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2132856"/>
            <a:ext cx="4614806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348880"/>
            <a:ext cx="5112568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קיבוץ גבת (גד"ש העמק):חלקה 307</a:t>
            </a:r>
            <a:endParaRPr lang="he-IL" sz="2400" dirty="0"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87824" y="1124744"/>
            <a:ext cx="12811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u="sng" dirty="0" err="1" smtClean="0"/>
              <a:t>סמיואריוגרם</a:t>
            </a:r>
            <a:endParaRPr lang="he-IL" dirty="0"/>
          </a:p>
        </p:txBody>
      </p:sp>
      <p:sp>
        <p:nvSpPr>
          <p:cNvPr id="6" name="TextBox 5"/>
          <p:cNvSpPr txBox="1"/>
          <p:nvPr/>
        </p:nvSpPr>
        <p:spPr>
          <a:xfrm>
            <a:off x="7812360" y="1124744"/>
            <a:ext cx="6078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smtClean="0"/>
              <a:t>מפה</a:t>
            </a:r>
            <a:endParaRPr lang="he-IL" b="1" u="sn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2060848"/>
            <a:ext cx="5040560" cy="3642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556792"/>
            <a:ext cx="4464496" cy="4756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2400" dirty="0" smtClean="0">
                <a:cs typeface="+mn-cs"/>
              </a:rPr>
              <a:t>חוות גד"ש-חלקה20</a:t>
            </a:r>
            <a:endParaRPr lang="he-IL" sz="2400" dirty="0"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5776" y="1412776"/>
            <a:ext cx="134363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err="1" smtClean="0"/>
              <a:t>סמיואריוגרם</a:t>
            </a:r>
            <a:endParaRPr lang="he-IL" b="1" u="sng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4875" y="2060848"/>
            <a:ext cx="500723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060848"/>
            <a:ext cx="4469463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100392" y="1700808"/>
            <a:ext cx="6078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smtClean="0"/>
              <a:t>מפה</a:t>
            </a:r>
            <a:endParaRPr lang="he-IL" b="1"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2400" dirty="0" smtClean="0">
                <a:cs typeface="+mn-cs"/>
              </a:rPr>
              <a:t>כפר החורש חלקה 37</a:t>
            </a:r>
            <a:endParaRPr lang="he-IL" sz="2400" dirty="0"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75856" y="1196752"/>
            <a:ext cx="12811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err="1" smtClean="0"/>
              <a:t>סמיואריוגרם</a:t>
            </a:r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7956376" y="1196752"/>
            <a:ext cx="5902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מפה</a:t>
            </a:r>
            <a:endParaRPr lang="he-IL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1628800"/>
            <a:ext cx="586814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922" y="1600200"/>
            <a:ext cx="445512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בית הלל 3 מזרח</a:t>
            </a:r>
            <a:endParaRPr lang="he-IL" sz="2400" dirty="0">
              <a:cs typeface="+mn-cs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844824"/>
            <a:ext cx="756084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291794" y="1340768"/>
            <a:ext cx="253947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dirty="0" err="1" smtClean="0"/>
              <a:t>סמיואריוגרם</a:t>
            </a:r>
            <a:r>
              <a:rPr lang="he-IL" dirty="0" smtClean="0"/>
              <a:t> לפני שינוי </a:t>
            </a:r>
            <a:r>
              <a:rPr lang="en-US" dirty="0" smtClean="0"/>
              <a:t>leg</a:t>
            </a:r>
            <a:endParaRPr lang="he-IL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2400" dirty="0" smtClean="0">
                <a:cs typeface="+mn-cs"/>
              </a:rPr>
              <a:t>בית הלל 3 מזרח</a:t>
            </a:r>
            <a:endParaRPr lang="he-IL" sz="2400" dirty="0"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5656" y="1556792"/>
            <a:ext cx="26581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dirty="0" err="1" smtClean="0"/>
              <a:t>סמיואריוגרם</a:t>
            </a:r>
            <a:r>
              <a:rPr lang="he-IL" dirty="0" smtClean="0"/>
              <a:t> לאחר שינוי </a:t>
            </a:r>
            <a:r>
              <a:rPr lang="en-US" dirty="0" smtClean="0"/>
              <a:t>leg</a:t>
            </a:r>
            <a:endParaRPr lang="he-IL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1965507"/>
            <a:ext cx="6300192" cy="4703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3" y="1988841"/>
            <a:ext cx="4608511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524328" y="1484784"/>
            <a:ext cx="6078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u="sng" dirty="0" smtClean="0"/>
              <a:t>מפה</a:t>
            </a:r>
            <a:endParaRPr lang="he-IL" b="1" u="sng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יגור 90</a:t>
            </a:r>
            <a:endParaRPr lang="he-IL" sz="2400" dirty="0">
              <a:cs typeface="+mn-cs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1484784"/>
            <a:ext cx="6439437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412776"/>
            <a:ext cx="468052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740352" y="1052736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u="sng" dirty="0" smtClean="0"/>
              <a:t>מפה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987824" y="1124744"/>
            <a:ext cx="15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b="1" u="sng" dirty="0" err="1" smtClean="0"/>
              <a:t>סמיואריוגרם</a:t>
            </a:r>
            <a:endParaRPr lang="en-US" b="1" u="sng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u="sng" dirty="0" smtClean="0">
                <a:cs typeface="+mn-cs"/>
              </a:rPr>
              <a:t>יגור 72</a:t>
            </a:r>
            <a:endParaRPr lang="he-IL" sz="2400" u="sng" dirty="0">
              <a:cs typeface="+mn-cs"/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340768"/>
            <a:ext cx="4968552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5688632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740352" y="1052736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u="sng" dirty="0" smtClean="0"/>
              <a:t>מפה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63888" y="836712"/>
            <a:ext cx="1343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u="sng" dirty="0" err="1" smtClean="0"/>
              <a:t>סמיואריוגרם</a:t>
            </a:r>
            <a:endParaRPr lang="en-US" b="1" u="sng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pPr algn="r"/>
            <a:r>
              <a:rPr lang="he-IL" sz="2400" b="1" u="sng" dirty="0" smtClean="0">
                <a:cs typeface="+mn-cs"/>
              </a:rPr>
              <a:t>יפעת חלקה ו'</a:t>
            </a:r>
            <a:endParaRPr lang="he-IL" sz="2400" b="1" u="sng" dirty="0">
              <a:cs typeface="+mn-cs"/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1196752"/>
            <a:ext cx="6347445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6035013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b="1" u="sng" dirty="0" smtClean="0">
                <a:cs typeface="+mn-cs"/>
              </a:rPr>
              <a:t>יפעת חלקה ו'</a:t>
            </a:r>
            <a:endParaRPr lang="he-IL" sz="2400" dirty="0">
              <a:cs typeface="+mn-cs"/>
            </a:endParaRP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84784"/>
            <a:ext cx="493204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8341" y="1484784"/>
            <a:ext cx="5045659" cy="4410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139952" y="1844824"/>
            <a:ext cx="112883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Lag 25|20</a:t>
            </a:r>
            <a:endParaRPr lang="he-IL" dirty="0"/>
          </a:p>
        </p:txBody>
      </p:sp>
      <p:sp>
        <p:nvSpPr>
          <p:cNvPr id="9" name="TextBox 8"/>
          <p:cNvSpPr txBox="1"/>
          <p:nvPr/>
        </p:nvSpPr>
        <p:spPr>
          <a:xfrm>
            <a:off x="6660232" y="1844824"/>
            <a:ext cx="112883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Lag 25|12</a:t>
            </a:r>
            <a:endParaRPr lang="he-IL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חולתה-</a:t>
            </a:r>
            <a:r>
              <a:rPr lang="he-IL" sz="2400" dirty="0" err="1" smtClean="0">
                <a:cs typeface="+mn-cs"/>
              </a:rPr>
              <a:t>חולתה</a:t>
            </a:r>
            <a:r>
              <a:rPr lang="he-IL" sz="2400" dirty="0" smtClean="0">
                <a:cs typeface="+mn-cs"/>
              </a:rPr>
              <a:t> מערב</a:t>
            </a:r>
            <a:endParaRPr lang="he-IL" sz="2400" dirty="0">
              <a:cs typeface="+mn-cs"/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6060" y="1268761"/>
            <a:ext cx="5970475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4896544" cy="5050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גדש דן חלקת נמה</a:t>
            </a:r>
            <a:endParaRPr lang="he-IL" sz="2400" dirty="0">
              <a:cs typeface="+mn-cs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1412776"/>
            <a:ext cx="5476873" cy="48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80528" y="1484784"/>
            <a:ext cx="5233602" cy="4690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764704"/>
            <a:ext cx="417646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he-IL" sz="2400" u="sng" dirty="0" err="1" smtClean="0">
                <a:latin typeface="Arial" pitchFamily="34" charset="0"/>
                <a:cs typeface="Arial" pitchFamily="34" charset="0"/>
              </a:rPr>
              <a:t>סמיואריוגרם</a:t>
            </a:r>
            <a:r>
              <a:rPr lang="he-IL" sz="2400" u="sng" dirty="0" smtClean="0">
                <a:latin typeface="Arial" pitchFamily="34" charset="0"/>
                <a:cs typeface="Arial" pitchFamily="34" charset="0"/>
              </a:rPr>
              <a:t> של דגמי מקבץ</a:t>
            </a:r>
            <a:endParaRPr lang="en-US" sz="2400" u="sng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764704"/>
            <a:ext cx="4608512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2852936"/>
            <a:ext cx="4835055" cy="3752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0032" y="2924944"/>
            <a:ext cx="4032448" cy="3718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195736" y="1052736"/>
            <a:ext cx="71365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עדן ב'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35696" y="2924944"/>
            <a:ext cx="9557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גד"ש 20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32240" y="3284984"/>
            <a:ext cx="82907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יגור 90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28184" y="1124744"/>
            <a:ext cx="15311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כפר החורש 37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he-IL" sz="2400" b="1" u="sng" dirty="0" err="1" smtClean="0">
                <a:latin typeface="Arial" pitchFamily="34" charset="0"/>
                <a:cs typeface="Arial" pitchFamily="34" charset="0"/>
              </a:rPr>
              <a:t>סמיואריוגרם</a:t>
            </a:r>
            <a:r>
              <a:rPr lang="he-IL" sz="2400" b="1" u="sng" dirty="0" smtClean="0">
                <a:latin typeface="Arial" pitchFamily="34" charset="0"/>
                <a:cs typeface="Arial" pitchFamily="34" charset="0"/>
              </a:rPr>
              <a:t> של דגם פיזור לאורך שורה</a:t>
            </a:r>
            <a:endParaRPr lang="en-US" sz="2400" b="1" u="sng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96752"/>
            <a:ext cx="5122912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1268760"/>
            <a:ext cx="4896544" cy="5050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43608" y="1556792"/>
            <a:ext cx="82907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יגור 72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220072" y="1700808"/>
            <a:ext cx="134363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חולתה מערב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980728"/>
            <a:ext cx="4283968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he-IL" sz="2400" b="1" u="sng" dirty="0" err="1" smtClean="0">
                <a:cs typeface="+mn-cs"/>
              </a:rPr>
              <a:t>סמיואריוגרם</a:t>
            </a:r>
            <a:r>
              <a:rPr lang="he-IL" sz="2400" b="1" u="sng" dirty="0" smtClean="0">
                <a:cs typeface="+mn-cs"/>
              </a:rPr>
              <a:t> של דגמי פיזור כיווני צידי</a:t>
            </a:r>
            <a:endParaRPr lang="en-US" sz="2400" b="1" u="sng" dirty="0">
              <a:cs typeface="+mn-cs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980729"/>
            <a:ext cx="4893119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907704" y="980728"/>
            <a:ext cx="79701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עמק ד'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6016" y="3861048"/>
            <a:ext cx="4427984" cy="3328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282867" y="3861048"/>
            <a:ext cx="8611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חלקה ו'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100392" y="980728"/>
            <a:ext cx="83708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קישון 1</a:t>
            </a:r>
            <a:endParaRPr lang="en-US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573016"/>
            <a:ext cx="4800744" cy="3754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4211960" y="3573016"/>
            <a:ext cx="54534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נמה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algn="r"/>
            <a:r>
              <a:rPr lang="he-IL" sz="2400" b="1" u="sng" dirty="0" err="1" smtClean="0"/>
              <a:t>סמיואריוגרם</a:t>
            </a:r>
            <a:r>
              <a:rPr lang="he-IL" sz="2400" b="1" u="sng" dirty="0" smtClean="0"/>
              <a:t> של דגמי פיזור – מקבצים גדולים</a:t>
            </a:r>
            <a:endParaRPr lang="he-IL" sz="2400" dirty="0">
              <a:cs typeface="+mn-cs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11274"/>
            <a:ext cx="4608512" cy="5070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619672" y="1196752"/>
            <a:ext cx="192392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חוות עדן – חלקה ב'</a:t>
            </a:r>
            <a:endParaRPr lang="he-I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29063"/>
            <a:ext cx="4283969" cy="5052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156176" y="1268760"/>
            <a:ext cx="207460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חוות גד"ש- חלקה 20</a:t>
            </a:r>
            <a:endParaRPr lang="he-IL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pPr algn="r"/>
            <a:r>
              <a:rPr lang="he-IL" sz="2400" b="1" u="sng" dirty="0" err="1" smtClean="0">
                <a:cs typeface="+mn-cs"/>
              </a:rPr>
              <a:t>סמיואריוגרם</a:t>
            </a:r>
            <a:r>
              <a:rPr lang="he-IL" sz="2400" b="1" u="sng" dirty="0" smtClean="0">
                <a:cs typeface="+mn-cs"/>
              </a:rPr>
              <a:t> של דגמי פיזור – מקבצים קטנים</a:t>
            </a:r>
            <a:endParaRPr lang="he-IL" sz="2400" dirty="0">
              <a:cs typeface="+mn-cs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9224"/>
            <a:ext cx="4536504" cy="5034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131840" y="1052736"/>
            <a:ext cx="154401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כפר החורש-37</a:t>
            </a:r>
            <a:endParaRPr lang="he-I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412776"/>
            <a:ext cx="4283968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308304" y="1052736"/>
            <a:ext cx="148149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יגור- חלקה 90</a:t>
            </a:r>
            <a:endParaRPr lang="he-IL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b="1" u="sng" dirty="0" err="1" smtClean="0"/>
              <a:t>סמיואריוגרם</a:t>
            </a:r>
            <a:r>
              <a:rPr lang="he-IL" sz="2400" b="1" u="sng" dirty="0" smtClean="0"/>
              <a:t> של דגמי פיזור – לאורך שורה</a:t>
            </a:r>
            <a:endParaRPr lang="he-IL" sz="2400" dirty="0">
              <a:cs typeface="+mn-cs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4536504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03848" y="1556792"/>
            <a:ext cx="150073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 72 </a:t>
            </a:r>
            <a:r>
              <a:rPr lang="he-IL" dirty="0" smtClean="0"/>
              <a:t>יגור -חלקה</a:t>
            </a:r>
            <a:endParaRPr lang="he-I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617966"/>
            <a:ext cx="4211960" cy="4907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800362" y="1628800"/>
            <a:ext cx="134363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חולתה מערב</a:t>
            </a:r>
            <a:endParaRPr lang="he-IL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b="1" u="sng" dirty="0" err="1" smtClean="0">
                <a:cs typeface="+mn-cs"/>
              </a:rPr>
              <a:t>סמיואריוגרם</a:t>
            </a:r>
            <a:r>
              <a:rPr lang="he-IL" sz="2400" b="1" u="sng" dirty="0" smtClean="0">
                <a:cs typeface="+mn-cs"/>
              </a:rPr>
              <a:t> של דגמי פיזור – </a:t>
            </a:r>
            <a:r>
              <a:rPr lang="he-IL" sz="2400" b="1" u="sng" dirty="0" err="1" smtClean="0">
                <a:cs typeface="+mn-cs"/>
              </a:rPr>
              <a:t>פיזור</a:t>
            </a:r>
            <a:r>
              <a:rPr lang="he-IL" sz="2400" b="1" u="sng" dirty="0" smtClean="0">
                <a:cs typeface="+mn-cs"/>
              </a:rPr>
              <a:t> אקראי</a:t>
            </a:r>
            <a:endParaRPr lang="he-IL" sz="2400" dirty="0">
              <a:cs typeface="+mn-cs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4608512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835696" y="1340768"/>
            <a:ext cx="288361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he-IL" dirty="0" smtClean="0"/>
              <a:t>גד"ש דן – בית הלל 3 מזרח</a:t>
            </a:r>
            <a:endParaRPr lang="he-I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412776"/>
            <a:ext cx="432048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516216" y="1340768"/>
            <a:ext cx="24160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עין </a:t>
            </a:r>
            <a:r>
              <a:rPr lang="he-IL" dirty="0" err="1" smtClean="0"/>
              <a:t>חרוד</a:t>
            </a:r>
            <a:r>
              <a:rPr lang="he-IL" dirty="0" smtClean="0"/>
              <a:t> איחוד –חלקה ח'</a:t>
            </a:r>
            <a:endParaRPr lang="he-IL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rtl="1"/>
            <a:r>
              <a:rPr lang="he-IL" sz="2400" dirty="0" smtClean="0">
                <a:cs typeface="+mn-cs"/>
              </a:rPr>
              <a:t>השוואה בין </a:t>
            </a:r>
            <a:r>
              <a:rPr lang="en-US" sz="2400" dirty="0" err="1" smtClean="0">
                <a:cs typeface="+mn-cs"/>
              </a:rPr>
              <a:t>kriging</a:t>
            </a:r>
            <a:r>
              <a:rPr lang="en-US" sz="2400" dirty="0" smtClean="0">
                <a:cs typeface="+mn-cs"/>
              </a:rPr>
              <a:t> </a:t>
            </a:r>
            <a:r>
              <a:rPr lang="he-IL" sz="2400" dirty="0" smtClean="0">
                <a:cs typeface="+mn-cs"/>
              </a:rPr>
              <a:t> ל- </a:t>
            </a:r>
            <a:r>
              <a:rPr lang="en-US" sz="2400" dirty="0" smtClean="0">
                <a:cs typeface="+mn-cs"/>
              </a:rPr>
              <a:t>hotspot</a:t>
            </a:r>
            <a:r>
              <a:rPr lang="he-IL" sz="2400" dirty="0" smtClean="0">
                <a:cs typeface="+mn-cs"/>
              </a:rPr>
              <a:t> בדגם מקובץ.</a:t>
            </a:r>
            <a:endParaRPr lang="en-US" sz="2400" dirty="0">
              <a:cs typeface="+mn-cs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80728"/>
            <a:ext cx="5316215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980728"/>
            <a:ext cx="4764396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3961221"/>
            <a:ext cx="4752528" cy="289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3933056"/>
            <a:ext cx="4968552" cy="302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884368" y="1052736"/>
            <a:ext cx="71365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עדן ב'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203848" y="1052736"/>
            <a:ext cx="14221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חוות גד"ש 20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812360" y="4005064"/>
            <a:ext cx="153118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כפר החורש 37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3888" y="4005064"/>
            <a:ext cx="82907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he-IL" dirty="0" smtClean="0"/>
              <a:t>יגור 90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יפעת. קישון 1</a:t>
            </a:r>
            <a:endParaRPr lang="he-IL" sz="2400" dirty="0">
              <a:cs typeface="+mn-cs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4894" y="2060848"/>
            <a:ext cx="4159123" cy="4309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76256" y="1556792"/>
            <a:ext cx="11946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err="1" smtClean="0"/>
              <a:t>Stdd_Error</a:t>
            </a:r>
            <a:endParaRPr lang="he-IL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988840"/>
            <a:ext cx="419197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691680" y="1484784"/>
            <a:ext cx="145584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Normal Value</a:t>
            </a:r>
            <a:endParaRPr lang="he-IL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9872" y="404664"/>
            <a:ext cx="2084800" cy="1618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חוות עדן חלקה ב'.</a:t>
            </a:r>
            <a:endParaRPr lang="he-IL" sz="2400" dirty="0">
              <a:cs typeface="+mn-cs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1052736"/>
            <a:ext cx="6069425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236296" y="1340768"/>
            <a:ext cx="11946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dirty="0" err="1" smtClean="0"/>
              <a:t>Stdd_Error</a:t>
            </a:r>
            <a:endParaRPr lang="he-IL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828600" y="980728"/>
            <a:ext cx="5608412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123728" y="1196752"/>
            <a:ext cx="14558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dirty="0" smtClean="0"/>
              <a:t>Normal Value</a:t>
            </a:r>
            <a:endParaRPr lang="he-IL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12576" y="1196752"/>
            <a:ext cx="6347445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יפעת. חלקה ו'</a:t>
            </a:r>
            <a:endParaRPr lang="he-IL" sz="2400" dirty="0">
              <a:cs typeface="+mn-cs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340768"/>
            <a:ext cx="4786309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484784"/>
            <a:ext cx="4752975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חוות גד"ש 20 –ניתוח לאחר לקיחת דגימות ב1/3 טווח.</a:t>
            </a:r>
            <a:endParaRPr lang="he-IL" sz="2400" dirty="0"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1412776"/>
            <a:ext cx="4716016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427984" y="1412776"/>
            <a:ext cx="183736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דגימות ב-1/3 טווח</a:t>
            </a:r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7577546" y="1412776"/>
            <a:ext cx="15664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דגימות מקוריות</a:t>
            </a:r>
            <a:endParaRPr lang="he-IL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3747084"/>
            <a:ext cx="4472042" cy="2724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7380312" y="3645024"/>
            <a:ext cx="15664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דגימות מקוריות</a:t>
            </a:r>
            <a:endParaRPr lang="he-IL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3789040"/>
            <a:ext cx="11368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RANGE 70</a:t>
            </a:r>
            <a:endParaRPr lang="he-IL" dirty="0"/>
          </a:p>
        </p:txBody>
      </p:sp>
      <p:sp>
        <p:nvSpPr>
          <p:cNvPr id="12" name="TextBox 11"/>
          <p:cNvSpPr txBox="1"/>
          <p:nvPr/>
        </p:nvSpPr>
        <p:spPr>
          <a:xfrm>
            <a:off x="251520" y="1484784"/>
            <a:ext cx="11368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RANGE 70</a:t>
            </a:r>
            <a:endParaRPr lang="he-IL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1620573"/>
            <a:ext cx="5111750" cy="3967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400" dirty="0" smtClean="0">
                <a:cs typeface="+mn-cs"/>
              </a:rPr>
              <a:t>חוות עדן-חלקה ב'. ניתוח לאחר לקיחת דגימות ב-1/3 טווח</a:t>
            </a:r>
            <a:endParaRPr lang="he-IL" sz="2400" dirty="0">
              <a:cs typeface="+mn-cs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1412776"/>
            <a:ext cx="4680520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211960" y="1484784"/>
            <a:ext cx="183736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דגימות ב-1/3 טווח</a:t>
            </a:r>
            <a:endParaRPr lang="he-IL" dirty="0"/>
          </a:p>
        </p:txBody>
      </p:sp>
      <p:sp>
        <p:nvSpPr>
          <p:cNvPr id="9" name="TextBox 8"/>
          <p:cNvSpPr txBox="1"/>
          <p:nvPr/>
        </p:nvSpPr>
        <p:spPr>
          <a:xfrm>
            <a:off x="7164288" y="1484784"/>
            <a:ext cx="15664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דגימות מקוריות</a:t>
            </a:r>
            <a:endParaRPr lang="he-IL" dirty="0"/>
          </a:p>
        </p:txBody>
      </p:sp>
      <p:grpSp>
        <p:nvGrpSpPr>
          <p:cNvPr id="13" name="Group 12"/>
          <p:cNvGrpSpPr/>
          <p:nvPr/>
        </p:nvGrpSpPr>
        <p:grpSpPr>
          <a:xfrm>
            <a:off x="4139952" y="3212976"/>
            <a:ext cx="5004048" cy="3356992"/>
            <a:chOff x="4139952" y="3212976"/>
            <a:chExt cx="5004048" cy="3356992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65548" y="3212976"/>
              <a:ext cx="4978452" cy="3356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7452320" y="3212976"/>
              <a:ext cx="156645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1">
              <a:spAutoFit/>
            </a:bodyPr>
            <a:lstStyle/>
            <a:p>
              <a:r>
                <a:rPr lang="he-IL" dirty="0" smtClean="0"/>
                <a:t>דגימות מקוריות</a:t>
              </a:r>
              <a:endParaRPr lang="he-IL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39952" y="3212976"/>
              <a:ext cx="113685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1">
              <a:spAutoFit/>
            </a:bodyPr>
            <a:lstStyle/>
            <a:p>
              <a:r>
                <a:rPr lang="en-US" dirty="0" smtClean="0"/>
                <a:t>RANGE 70</a:t>
              </a:r>
              <a:endParaRPr lang="he-IL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3528" y="1628800"/>
            <a:ext cx="11368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RANGE 70</a:t>
            </a:r>
            <a:endParaRPr lang="he-IL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268760"/>
            <a:ext cx="583099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/>
              <a:t>יפעת-חלקה ו' :ניתוח לאחר לקיחת דגימות ב1/3 טווח.</a:t>
            </a:r>
            <a:endParaRPr lang="he-IL" sz="2400" dirty="0">
              <a:cs typeface="+mn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1196752"/>
            <a:ext cx="468052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211960" y="1196752"/>
            <a:ext cx="183736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he-IL" dirty="0" smtClean="0"/>
              <a:t>דגימות ב-1/3 טווח</a:t>
            </a:r>
            <a:endParaRPr lang="he-IL" dirty="0"/>
          </a:p>
        </p:txBody>
      </p:sp>
      <p:sp>
        <p:nvSpPr>
          <p:cNvPr id="7" name="Rectangle 6"/>
          <p:cNvSpPr/>
          <p:nvPr/>
        </p:nvSpPr>
        <p:spPr>
          <a:xfrm>
            <a:off x="7308304" y="1196752"/>
            <a:ext cx="15664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he-IL" dirty="0" smtClean="0"/>
              <a:t>דגימות מקוריות</a:t>
            </a:r>
            <a:endParaRPr lang="he-IL" dirty="0"/>
          </a:p>
        </p:txBody>
      </p:sp>
      <p:sp>
        <p:nvSpPr>
          <p:cNvPr id="10" name="TextBox 9"/>
          <p:cNvSpPr txBox="1"/>
          <p:nvPr/>
        </p:nvSpPr>
        <p:spPr>
          <a:xfrm>
            <a:off x="179512" y="1268760"/>
            <a:ext cx="11368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RANGE 70</a:t>
            </a:r>
            <a:endParaRPr lang="he-IL" dirty="0"/>
          </a:p>
        </p:txBody>
      </p:sp>
      <p:grpSp>
        <p:nvGrpSpPr>
          <p:cNvPr id="11" name="Group 10"/>
          <p:cNvGrpSpPr/>
          <p:nvPr/>
        </p:nvGrpSpPr>
        <p:grpSpPr>
          <a:xfrm>
            <a:off x="4211960" y="3861048"/>
            <a:ext cx="4692959" cy="2996952"/>
            <a:chOff x="4211960" y="3861048"/>
            <a:chExt cx="4692959" cy="2996952"/>
          </a:xfrm>
        </p:grpSpPr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11960" y="3887738"/>
              <a:ext cx="4692959" cy="2970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Rectangle 11"/>
            <p:cNvSpPr/>
            <p:nvPr/>
          </p:nvSpPr>
          <p:spPr>
            <a:xfrm>
              <a:off x="7308304" y="3861048"/>
              <a:ext cx="157483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he-IL" dirty="0" smtClean="0"/>
                <a:t>דגימות מקוריות</a:t>
              </a:r>
              <a:endParaRPr lang="he-IL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11960" y="3861048"/>
              <a:ext cx="113685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1">
              <a:spAutoFit/>
            </a:bodyPr>
            <a:lstStyle/>
            <a:p>
              <a:r>
                <a:rPr lang="en-US" dirty="0" smtClean="0"/>
                <a:t>RANGE 70</a:t>
              </a:r>
              <a:endParaRPr lang="he-IL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/>
              <a:t>יפעת-קישון 1:ניתוח לאחר לקיחת דגימות ב1/3 טווח.</a:t>
            </a:r>
            <a:endParaRPr lang="he-IL" sz="2400" dirty="0">
              <a:cs typeface="+mn-cs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00808"/>
            <a:ext cx="583099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</TotalTime>
  <Words>338</Words>
  <Application>Microsoft Office PowerPoint</Application>
  <PresentationFormat>On-screen Show (4:3)</PresentationFormat>
  <Paragraphs>101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חוות עדן חלקה ב</vt:lpstr>
      <vt:lpstr> חלקות 2010Krig </vt:lpstr>
      <vt:lpstr>עין חרוד עמק ד</vt:lpstr>
      <vt:lpstr>עין חרוד איחוד חלקה ח'. </vt:lpstr>
      <vt:lpstr>עין חרוד איחוד חלקה ח'. </vt:lpstr>
      <vt:lpstr>גד"ש העמק חלקה 202</vt:lpstr>
      <vt:lpstr>קיבוץ גבע – חלקה 12</vt:lpstr>
      <vt:lpstr>קיבוץ גבת (גד"ש העמק):חלקה 307</vt:lpstr>
      <vt:lpstr>חוות גד"ש-חלקה20</vt:lpstr>
      <vt:lpstr>כפר החורש חלקה 37</vt:lpstr>
      <vt:lpstr>בית הלל 3 מזרח</vt:lpstr>
      <vt:lpstr>בית הלל 3 מזרח</vt:lpstr>
      <vt:lpstr>יגור 90</vt:lpstr>
      <vt:lpstr>יגור 72</vt:lpstr>
      <vt:lpstr>יפעת חלקה ו'</vt:lpstr>
      <vt:lpstr>יפעת חלקה ו'</vt:lpstr>
      <vt:lpstr>חולתה-חולתה מערב</vt:lpstr>
      <vt:lpstr>גדש דן חלקת נמה</vt:lpstr>
      <vt:lpstr>סמיואריוגרם של דגמי מקבץ</vt:lpstr>
      <vt:lpstr>סמיואריוגרם של דגם פיזור לאורך שורה</vt:lpstr>
      <vt:lpstr>סמיואריוגרם של דגמי פיזור כיווני צידי</vt:lpstr>
      <vt:lpstr>סמיואריוגרם של דגמי פיזור – מקבצים גדולים</vt:lpstr>
      <vt:lpstr>סמיואריוגרם של דגמי פיזור – מקבצים קטנים</vt:lpstr>
      <vt:lpstr>סמיואריוגרם של דגמי פיזור – לאורך שורה</vt:lpstr>
      <vt:lpstr>סמיואריוגרם של דגמי פיזור – פיזור אקראי</vt:lpstr>
      <vt:lpstr>השוואה בין kriging  ל- hotspot בדגם מקובץ.</vt:lpstr>
      <vt:lpstr>יפעת. קישון 1</vt:lpstr>
      <vt:lpstr>חוות עדן חלקה ב'.</vt:lpstr>
      <vt:lpstr>יפעת. חלקה ו'</vt:lpstr>
      <vt:lpstr>חוות גד"ש 20 –ניתוח לאחר לקיחת דגימות ב1/3 טווח.</vt:lpstr>
      <vt:lpstr>חוות עדן-חלקה ב'. ניתוח לאחר לקיחת דגימות ב-1/3 טווח</vt:lpstr>
      <vt:lpstr>יפעת-חלקה ו' :ניתוח לאחר לקיחת דגימות ב1/3 טווח.</vt:lpstr>
      <vt:lpstr>יפעת-קישון 1:ניתוח לאחר לקיחת דגימות ב1/3 טווח.</vt:lpstr>
    </vt:vector>
  </TitlesOfParts>
  <Company>ARO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חלקות 2010Krig </dc:title>
  <dc:creator>aro</dc:creator>
  <cp:lastModifiedBy>aro</cp:lastModifiedBy>
  <cp:revision>136</cp:revision>
  <dcterms:created xsi:type="dcterms:W3CDTF">2011-12-05T13:04:13Z</dcterms:created>
  <dcterms:modified xsi:type="dcterms:W3CDTF">2011-12-28T08:00:42Z</dcterms:modified>
</cp:coreProperties>
</file>