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Default Extension="png" ContentType="image/png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82" r:id="rId6"/>
    <p:sldId id="283" r:id="rId7"/>
    <p:sldId id="284" r:id="rId8"/>
    <p:sldId id="286" r:id="rId9"/>
    <p:sldId id="268" r:id="rId10"/>
    <p:sldId id="267" r:id="rId11"/>
    <p:sldId id="271" r:id="rId12"/>
    <p:sldId id="269" r:id="rId13"/>
    <p:sldId id="273" r:id="rId14"/>
    <p:sldId id="274" r:id="rId15"/>
    <p:sldId id="275" r:id="rId16"/>
  </p:sldIdLst>
  <p:sldSz cx="9144000" cy="6858000" type="screen4x3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>
      <p:cViewPr varScale="1">
        <p:scale>
          <a:sx n="67" d="100"/>
          <a:sy n="67" d="100"/>
        </p:scale>
        <p:origin x="-606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A67606B-5A06-47D5-81FF-2809410A0A73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06653D0C-EC35-4D76-9B6E-298FC4A3C1BE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53D0C-EC35-4D76-9B6E-298FC4A3C1BE}" type="slidenum">
              <a:rPr lang="he-IL" smtClean="0"/>
              <a:pPr/>
              <a:t>1</a:t>
            </a:fld>
            <a:endParaRPr lang="he-I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53D0C-EC35-4D76-9B6E-298FC4A3C1BE}" type="slidenum">
              <a:rPr lang="he-IL" smtClean="0"/>
              <a:pPr/>
              <a:t>2</a:t>
            </a:fld>
            <a:endParaRPr lang="he-I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53D0C-EC35-4D76-9B6E-298FC4A3C1BE}" type="slidenum">
              <a:rPr lang="he-IL" smtClean="0"/>
              <a:pPr/>
              <a:t>3</a:t>
            </a:fld>
            <a:endParaRPr lang="he-I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6653D0C-EC35-4D76-9B6E-298FC4A3C1BE}" type="slidenum">
              <a:rPr lang="he-IL" smtClean="0"/>
              <a:pPr/>
              <a:t>4</a:t>
            </a:fld>
            <a:endParaRPr lang="he-I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C74F1-0A44-4E63-86DA-83D9D17373B6}" type="slidenum">
              <a:rPr lang="he-IL" smtClean="0"/>
              <a:pPr/>
              <a:t>5</a:t>
            </a:fld>
            <a:endParaRPr lang="he-I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C74F1-0A44-4E63-86DA-83D9D17373B6}" type="slidenum">
              <a:rPr lang="he-IL" smtClean="0"/>
              <a:pPr/>
              <a:t>6</a:t>
            </a:fld>
            <a:endParaRPr lang="he-I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14C74F1-0A44-4E63-86DA-83D9D17373B6}" type="slidenum">
              <a:rPr lang="he-IL" smtClean="0"/>
              <a:pPr/>
              <a:t>7</a:t>
            </a:fld>
            <a:endParaRPr lang="he-I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8</a:t>
            </a:fld>
            <a:endParaRPr lang="he-I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9</a:t>
            </a:fld>
            <a:endParaRPr lang="he-IL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10</a:t>
            </a:fld>
            <a:endParaRPr lang="he-I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11</a:t>
            </a:fld>
            <a:endParaRPr lang="he-I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12</a:t>
            </a:fld>
            <a:endParaRPr lang="he-I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13</a:t>
            </a:fld>
            <a:endParaRPr lang="he-I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14</a:t>
            </a:fld>
            <a:endParaRPr lang="he-I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CFA634-C3F7-4B46-BE2B-04EED62BA130}" type="slidenum">
              <a:rPr lang="he-IL" smtClean="0"/>
              <a:pPr/>
              <a:t>15</a:t>
            </a:fld>
            <a:endParaRPr lang="he-I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e-IL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e-IL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216D9FB-D89E-497B-8E39-D929FFCA5A67}" type="datetimeFigureOut">
              <a:rPr lang="he-IL" smtClean="0"/>
              <a:pPr/>
              <a:t>ט"ז/אלול/תש"ע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7F91E4-A1C7-4FEF-8756-4AE0B392323A}" type="slidenum">
              <a:rPr lang="he-IL" smtClean="0"/>
              <a:pPr/>
              <a:t>‹#›</a:t>
            </a:fld>
            <a:endParaRPr lang="he-IL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.il/imgres?imgurl=http://www.naturephoto-cz.eu/pic/bilek/phelipanche-arenaria-xxx1063.jpg&amp;imgrefurl=http://www.naturephoto-cz.eu/phelipanche-arenaria-picture-12169.html&amp;usg=__NDaLEDBo6eUMBcSos-7jUzWuFZA=&amp;h=570&amp;w=379&amp;sz=148&amp;hl=en&amp;start=6&amp;um=1&amp;itbs=1&amp;tbnid=Dhx607mQDczBkM:&amp;tbnh=134&amp;tbnw=89&amp;prev=/images?q=Orobanche+and+Phelipanche&amp;hl=en&amp;rlz=1T4GGLL_en___IL342&amp;sa=N&amp;um=1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.il/imgres?imgurl=http://www.naturephoto-cz.eu/pic/bilek/phelipanche-arenaria-xxx1063.jpg&amp;imgrefurl=http://www.naturephoto-cz.eu/phelipanche-arenaria-picture-12169.html&amp;usg=__NDaLEDBo6eUMBcSos-7jUzWuFZA=&amp;h=570&amp;w=379&amp;sz=148&amp;hl=en&amp;start=6&amp;um=1&amp;itbs=1&amp;tbnid=Dhx607mQDczBkM:&amp;tbnh=134&amp;tbnw=89&amp;prev=/images?q=Orobanche+and+Phelipanche&amp;hl=en&amp;rlz=1T4GGLL_en___IL342&amp;sa=N&amp;um=1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images.google.co.il/imgres?imgurl=http://www.naturephoto-cz.eu/pic/bilek/phelipanche-arenaria-xxx1063.jpg&amp;imgrefurl=http://www.naturephoto-cz.eu/phelipanche-arenaria-picture-12169.html&amp;usg=__NDaLEDBo6eUMBcSos-7jUzWuFZA=&amp;h=570&amp;w=379&amp;sz=148&amp;hl=en&amp;start=6&amp;um=1&amp;itbs=1&amp;tbnid=Dhx607mQDczBkM:&amp;tbnh=134&amp;tbnw=89&amp;prev=/images?q=Orobanche+and+Phelipanche&amp;hl=en&amp;rlz=1T4GGLL_en___IL342&amp;sa=N&amp;um=1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7544" y="836712"/>
            <a:ext cx="7772400" cy="1470025"/>
          </a:xfrm>
          <a:solidFill>
            <a:schemeClr val="accent3">
              <a:lumMod val="60000"/>
              <a:lumOff val="40000"/>
            </a:schemeClr>
          </a:solidFill>
        </p:spPr>
        <p:txBody>
          <a:bodyPr>
            <a:normAutofit/>
          </a:bodyPr>
          <a:lstStyle/>
          <a:p>
            <a:r>
              <a:rPr lang="he-IL" dirty="0" smtClean="0"/>
              <a:t>סקירת מיפוי עלקת</a:t>
            </a:r>
            <a:endParaRPr lang="he-IL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43200" y="4437112"/>
            <a:ext cx="6400800" cy="1248544"/>
          </a:xfrm>
        </p:spPr>
        <p:txBody>
          <a:bodyPr>
            <a:normAutofit fontScale="85000" lnSpcReduction="20000"/>
          </a:bodyPr>
          <a:lstStyle/>
          <a:p>
            <a:pPr algn="r"/>
            <a:r>
              <a:rPr lang="he-IL" b="1" dirty="0" smtClean="0">
                <a:solidFill>
                  <a:schemeClr val="tx1"/>
                </a:solidFill>
              </a:rPr>
              <a:t>מיפוי: איתי רועי.</a:t>
            </a:r>
          </a:p>
          <a:p>
            <a:pPr algn="r"/>
            <a:r>
              <a:rPr lang="he-IL" b="1" dirty="0" smtClean="0">
                <a:solidFill>
                  <a:schemeClr val="tx1"/>
                </a:solidFill>
              </a:rPr>
              <a:t>הנחייה: דר' יפית כהן.</a:t>
            </a:r>
          </a:p>
          <a:p>
            <a:pPr algn="r"/>
            <a:r>
              <a:rPr lang="he-IL" b="1" dirty="0" smtClean="0">
                <a:solidFill>
                  <a:schemeClr val="tx1"/>
                </a:solidFill>
              </a:rPr>
              <a:t>תאריך: 03/08/10</a:t>
            </a:r>
          </a:p>
          <a:p>
            <a:pPr algn="r"/>
            <a:endParaRPr lang="he-IL" b="1" dirty="0">
              <a:solidFill>
                <a:schemeClr val="tx1"/>
              </a:solidFill>
            </a:endParaRPr>
          </a:p>
        </p:txBody>
      </p:sp>
      <p:pic>
        <p:nvPicPr>
          <p:cNvPr id="4" name="Picture 6" descr="http://t2.gstatic.com/images?q=tbn:Dhx607mQDczBkM:http://www.naturephoto-cz.eu/pic/bilek/phelipanche-arenaria-xxx1063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419872" y="2564904"/>
            <a:ext cx="1800200" cy="230425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he-IL" dirty="0" smtClean="0"/>
              <a:t>שיטת מיפוי</a:t>
            </a:r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he-IL" u="sng" dirty="0" smtClean="0"/>
              <a:t>מיפוי ע"י </a:t>
            </a:r>
            <a:r>
              <a:rPr lang="en-US" u="sng" dirty="0" smtClean="0"/>
              <a:t>GPS-GIS</a:t>
            </a:r>
            <a:r>
              <a:rPr lang="he-IL" u="sng" dirty="0" smtClean="0"/>
              <a:t> </a:t>
            </a:r>
            <a:r>
              <a:rPr lang="he-IL" dirty="0" smtClean="0"/>
              <a:t>:</a:t>
            </a:r>
          </a:p>
          <a:p>
            <a:pPr>
              <a:buNone/>
            </a:pPr>
            <a:r>
              <a:rPr lang="he-IL" dirty="0" smtClean="0"/>
              <a:t>דוגמים את החלקה ע"י חלוקת החלקה למשבצות.</a:t>
            </a:r>
          </a:p>
          <a:p>
            <a:pPr>
              <a:buNone/>
            </a:pPr>
            <a:r>
              <a:rPr lang="he-IL" dirty="0" smtClean="0"/>
              <a:t>כל נקודת בדיקה מציינת משבצת.</a:t>
            </a:r>
          </a:p>
          <a:p>
            <a:pPr>
              <a:buNone/>
            </a:pPr>
            <a:r>
              <a:rPr lang="he-IL" dirty="0" smtClean="0"/>
              <a:t>גודל משבצת: 240 מ"ר [</a:t>
            </a:r>
            <a:r>
              <a:rPr lang="he-IL" sz="2400" dirty="0" smtClean="0"/>
              <a:t>24*10, 12 ערוגות במשבצת</a:t>
            </a:r>
            <a:r>
              <a:rPr lang="he-IL" dirty="0" smtClean="0"/>
              <a:t>].</a:t>
            </a:r>
          </a:p>
          <a:p>
            <a:pPr>
              <a:buNone/>
            </a:pPr>
            <a:r>
              <a:rPr lang="he-IL" dirty="0" smtClean="0"/>
              <a:t>בכל משבצת מעריכים את רמת הנגיעות בעלקת.</a:t>
            </a:r>
          </a:p>
          <a:p>
            <a:pPr>
              <a:buNone/>
            </a:pPr>
            <a:endParaRPr lang="he-IL" dirty="0"/>
          </a:p>
        </p:txBody>
      </p:sp>
      <p:pic>
        <p:nvPicPr>
          <p:cNvPr id="4" name="Picture 6" descr="http://t2.gstatic.com/images?q=tbn:Dhx607mQDczBkM:http://www.naturephoto-cz.eu/pic/bilek/phelipanche-arenaria-xxx1063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9512" y="4725144"/>
            <a:ext cx="1512168" cy="194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>
              <a:lumMod val="60000"/>
              <a:lumOff val="40000"/>
            </a:schemeClr>
          </a:solidFill>
        </p:spPr>
        <p:txBody>
          <a:bodyPr/>
          <a:lstStyle/>
          <a:p>
            <a:r>
              <a:rPr lang="he-IL" u="sng" dirty="0" smtClean="0"/>
              <a:t>חלוקה לרמות נגיעות </a:t>
            </a:r>
            <a:endParaRPr lang="he-IL" u="sng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475656" y="1988840"/>
          <a:ext cx="6172200" cy="2123440"/>
        </p:xfrm>
        <a:graphic>
          <a:graphicData uri="http://schemas.openxmlformats.org/drawingml/2006/table">
            <a:tbl>
              <a:tblPr rtl="1" firstRow="1" bandRow="1" bandCol="1">
                <a:tableStyleId>{F5AB1C69-6EDB-4FF4-983F-18BD219EF322}</a:tableStyleId>
              </a:tblPr>
              <a:tblGrid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רמת</a:t>
                      </a:r>
                      <a:r>
                        <a:rPr lang="he-IL" baseline="0" dirty="0" smtClean="0">
                          <a:solidFill>
                            <a:schemeClr val="tx1"/>
                          </a:solidFill>
                        </a:rPr>
                        <a:t> נגיעות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b="0" dirty="0" smtClean="0">
                          <a:ln w="1270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כמות</a:t>
                      </a:r>
                      <a:r>
                        <a:rPr lang="he-IL" b="0" baseline="0" dirty="0" smtClean="0">
                          <a:ln w="1270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 אגדי עלקת במשבצת</a:t>
                      </a:r>
                      <a:endParaRPr lang="he-IL" b="0" dirty="0">
                        <a:ln w="12700">
                          <a:solidFill>
                            <a:schemeClr val="tx1"/>
                          </a:solidFill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ממוצע </a:t>
                      </a:r>
                      <a:r>
                        <a:rPr lang="he-IL" b="0" baseline="0" dirty="0" smtClean="0">
                          <a:ln w="12700">
                            <a:solidFill>
                              <a:schemeClr val="tx1"/>
                            </a:solidFill>
                          </a:ln>
                          <a:solidFill>
                            <a:schemeClr val="tx1"/>
                          </a:solidFill>
                        </a:rPr>
                        <a:t>אגדי עלקת </a:t>
                      </a:r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בשורה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b="1" dirty="0" smtClean="0">
                          <a:solidFill>
                            <a:schemeClr val="tx1"/>
                          </a:solidFill>
                        </a:rPr>
                        <a:t>אין      0</a:t>
                      </a:r>
                      <a:endParaRPr lang="he-IL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 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b="1" dirty="0" smtClean="0"/>
                        <a:t>קל       1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מתחת</a:t>
                      </a:r>
                      <a:r>
                        <a:rPr lang="he-IL" baseline="0" dirty="0" smtClean="0">
                          <a:solidFill>
                            <a:schemeClr val="tx1"/>
                          </a:solidFill>
                        </a:rPr>
                        <a:t> 50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 5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b="1" dirty="0" smtClean="0"/>
                        <a:t>בינוני     2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בין 50 ל-200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בין 5 ל-</a:t>
                      </a:r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20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pPr algn="ctr" rtl="1"/>
                      <a:r>
                        <a:rPr lang="he-IL" b="1" dirty="0" smtClean="0"/>
                        <a:t>כבד      3</a:t>
                      </a:r>
                      <a:endParaRPr lang="he-IL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>
                          <a:solidFill>
                            <a:schemeClr val="tx1"/>
                          </a:solidFill>
                        </a:rPr>
                        <a:t>מעל 200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smtClean="0">
                          <a:solidFill>
                            <a:schemeClr val="tx1"/>
                          </a:solidFill>
                        </a:rPr>
                        <a:t>מעל 20</a:t>
                      </a:r>
                      <a:endParaRPr lang="he-IL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5" name="Picture 6" descr="http://t2.gstatic.com/images?q=tbn:Dhx607mQDczBkM:http://www.naturephoto-cz.eu/pic/bilek/phelipanche-arenaria-xxx1063.jpg">
            <a:hlinkClick r:id="rId3"/>
          </p:cNvPr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179512" y="4725144"/>
            <a:ext cx="1512168" cy="1944216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accent3"/>
          </a:solidFill>
        </p:spPr>
        <p:txBody>
          <a:bodyPr/>
          <a:lstStyle/>
          <a:p>
            <a:r>
              <a:rPr lang="he-IL" dirty="0" smtClean="0"/>
              <a:t>משקים וחלקות שנדגמו עד כה</a:t>
            </a:r>
            <a:endParaRPr lang="he-IL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39552" y="1556792"/>
          <a:ext cx="7992890" cy="4933811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1598578"/>
                <a:gridCol w="1598578"/>
                <a:gridCol w="1212260"/>
                <a:gridCol w="1339803"/>
                <a:gridCol w="2243671"/>
              </a:tblGrid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משק</a:t>
                      </a: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</a:t>
                      </a: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תאריך דיגום</a:t>
                      </a: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רמת נגיעות</a:t>
                      </a: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הערות</a:t>
                      </a:r>
                    </a:p>
                  </a:txBody>
                  <a:tcPr marL="9525" marR="9525" marT="9525" marB="0" anchor="b">
                    <a:solidFill>
                      <a:schemeClr val="accent3"/>
                    </a:solidFill>
                  </a:tcPr>
                </a:tc>
              </a:tr>
              <a:tr h="488811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יפעת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ק</a:t>
                      </a:r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ישון 1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21-יולי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דיווח על מיקום גונדולות וגידול עגבניות בחלקה מזרחית בעונה שעברה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יפעת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 ו'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18-יולי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דיווח על גידול עגבניות בחלקה מערבית בעונה שעברה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כפר החורש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 37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08-יולי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נמוך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היו עגבניות בעונה שעברה בחלקה השכנה ממזרח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יגור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מזרח 90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14-יולי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נמוך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/>
                      <a:endParaRPr lang="he-IL" sz="1000" b="0" i="0" u="none" strike="noStrike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יגור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מרכז 72  </a:t>
                      </a:r>
                      <a:endParaRPr lang="he-IL" sz="14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12-יולי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שנה אחר שנה עגבניות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גבת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 307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05-יולי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 אורגנית-חלקה צרה. רק 200 נקודות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חוות גדש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 20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28-יולי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חוות עדן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חלקה ה'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r>
                        <a:rPr lang="he-IL" sz="16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09-יוני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בינוני</a:t>
                      </a: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עין </a:t>
                      </a:r>
                      <a:r>
                        <a:rPr lang="he-IL" sz="1800" b="1" i="0" u="sng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חרוד</a:t>
                      </a:r>
                      <a:endParaRPr lang="he-IL" sz="18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חלקה 1</a:t>
                      </a:r>
                      <a:endParaRPr lang="he-IL" sz="14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he-IL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endParaRPr lang="he-IL" sz="1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50093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עין </a:t>
                      </a:r>
                      <a:r>
                        <a:rPr lang="he-IL" sz="1800" b="1" i="0" u="sng" strike="noStrike" dirty="0" err="1" smtClean="0">
                          <a:solidFill>
                            <a:srgbClr val="000000"/>
                          </a:solidFill>
                          <a:latin typeface="Arial"/>
                        </a:rPr>
                        <a:t>חרוד</a:t>
                      </a:r>
                      <a:endParaRPr lang="he-IL" sz="18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חלקה 2</a:t>
                      </a:r>
                      <a:endParaRPr lang="he-IL" sz="14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he-IL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endParaRPr lang="he-IL" sz="1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גבע</a:t>
                      </a:r>
                      <a:endParaRPr lang="he-IL" sz="18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חלקה 1</a:t>
                      </a:r>
                      <a:endParaRPr lang="he-IL" sz="14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he-IL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endParaRPr lang="he-IL" sz="1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8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גדש העמק</a:t>
                      </a:r>
                      <a:endParaRPr lang="he-IL" sz="18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r>
                        <a:rPr lang="he-IL" sz="1400" b="1" i="0" u="sng" strike="noStrike" dirty="0" smtClean="0">
                          <a:solidFill>
                            <a:srgbClr val="000000"/>
                          </a:solidFill>
                          <a:latin typeface="Arial"/>
                        </a:rPr>
                        <a:t>חלקה 1</a:t>
                      </a:r>
                      <a:endParaRPr lang="he-IL" sz="1400" b="1" i="0" u="sng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b"/>
                      <a:endParaRPr lang="he-IL" sz="16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r" rtl="1" fontAlgn="b"/>
                      <a:endParaRPr lang="he-IL" sz="1800" b="0" i="0" u="none" strike="noStrike" dirty="0">
                        <a:solidFill>
                          <a:srgbClr val="000000"/>
                        </a:solidFill>
                        <a:latin typeface="Arial"/>
                      </a:endParaRPr>
                    </a:p>
                  </a:txBody>
                  <a:tcPr marL="9525" marR="9525" marT="9525" marB="0" anchor="b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rtl="1"/>
                      <a:endParaRPr lang="he-IL" sz="1800" dirty="0"/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47664" y="404664"/>
            <a:ext cx="5904656" cy="864096"/>
          </a:xfrm>
          <a:solidFill>
            <a:schemeClr val="accent3"/>
          </a:solidFill>
        </p:spPr>
        <p:txBody>
          <a:bodyPr/>
          <a:lstStyle/>
          <a:p>
            <a:r>
              <a:rPr lang="he-IL" dirty="0" smtClean="0"/>
              <a:t>דוגמא לנגיעות ברמה 1</a:t>
            </a:r>
            <a:endParaRPr lang="he-IL" dirty="0"/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7527" y="1600200"/>
            <a:ext cx="67889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332656"/>
            <a:ext cx="5472608" cy="936104"/>
          </a:xfrm>
          <a:solidFill>
            <a:schemeClr val="accent3"/>
          </a:solidFill>
        </p:spPr>
        <p:txBody>
          <a:bodyPr/>
          <a:lstStyle/>
          <a:p>
            <a:r>
              <a:rPr lang="he-IL" dirty="0" smtClean="0"/>
              <a:t>דוגמא לנגיעות ברמה 2</a:t>
            </a:r>
            <a:endParaRPr lang="he-IL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7527" y="1600200"/>
            <a:ext cx="67889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35696" y="476672"/>
            <a:ext cx="5616624" cy="792088"/>
          </a:xfrm>
          <a:solidFill>
            <a:schemeClr val="accent3"/>
          </a:solidFill>
        </p:spPr>
        <p:txBody>
          <a:bodyPr/>
          <a:lstStyle/>
          <a:p>
            <a:r>
              <a:rPr lang="he-IL" dirty="0" smtClean="0"/>
              <a:t>דוגמא לנגיעות ברמה 3</a:t>
            </a:r>
            <a:endParaRPr lang="he-IL" dirty="0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77527" y="1600200"/>
            <a:ext cx="6788945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539552" y="0"/>
            <a:ext cx="860444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6012160" y="980728"/>
            <a:ext cx="1512168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יפעת- קישון 1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95536" y="0"/>
            <a:ext cx="874846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724128" y="980728"/>
            <a:ext cx="1656184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יפעת </a:t>
            </a:r>
            <a:r>
              <a:rPr lang="he-IL" dirty="0" err="1" smtClean="0"/>
              <a:t>– ח</a:t>
            </a:r>
            <a:r>
              <a:rPr lang="he-IL" dirty="0" smtClean="0"/>
              <a:t>לקה ו'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TextBox 4"/>
          <p:cNvSpPr txBox="1"/>
          <p:nvPr/>
        </p:nvSpPr>
        <p:spPr>
          <a:xfrm>
            <a:off x="5436096" y="980728"/>
            <a:ext cx="244827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כפר החורש </a:t>
            </a:r>
            <a:r>
              <a:rPr lang="he-IL" dirty="0" err="1" smtClean="0"/>
              <a:t>– ח</a:t>
            </a:r>
            <a:r>
              <a:rPr lang="he-IL" dirty="0" smtClean="0"/>
              <a:t>לקה 37</a:t>
            </a:r>
            <a:endParaRPr lang="he-IL" dirty="0"/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95288" y="0"/>
            <a:ext cx="874871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6012160" y="980728"/>
            <a:ext cx="2448272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כפר החורש </a:t>
            </a:r>
            <a:r>
              <a:rPr lang="he-IL" dirty="0" err="1" smtClean="0"/>
              <a:t>– ח</a:t>
            </a:r>
            <a:r>
              <a:rPr lang="he-IL" dirty="0" smtClean="0"/>
              <a:t>לקה 37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7544" y="0"/>
            <a:ext cx="867645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724128" y="980728"/>
            <a:ext cx="1696899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יגור </a:t>
            </a:r>
            <a:r>
              <a:rPr lang="he-IL" dirty="0" err="1" smtClean="0"/>
              <a:t>– מ</a:t>
            </a:r>
            <a:r>
              <a:rPr lang="he-IL" dirty="0" smtClean="0"/>
              <a:t>זרח 90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67544" y="0"/>
            <a:ext cx="8676456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724128" y="980728"/>
            <a:ext cx="169689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he-IL" dirty="0" smtClean="0"/>
              <a:t>יגור </a:t>
            </a:r>
            <a:r>
              <a:rPr lang="he-IL" dirty="0" err="1" smtClean="0"/>
              <a:t>– מ</a:t>
            </a:r>
            <a:r>
              <a:rPr lang="he-IL" dirty="0" smtClean="0"/>
              <a:t>זרח 90</a:t>
            </a:r>
            <a:endParaRPr lang="he-IL" dirty="0"/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95536" y="0"/>
            <a:ext cx="9358064" cy="706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TextBox 6"/>
          <p:cNvSpPr txBox="1"/>
          <p:nvPr/>
        </p:nvSpPr>
        <p:spPr>
          <a:xfrm>
            <a:off x="6012160" y="1052736"/>
            <a:ext cx="1696899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יגור –מרכז 72</a:t>
            </a:r>
            <a:endParaRPr lang="he-IL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467544" y="0"/>
            <a:ext cx="9286056" cy="706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Box 7"/>
          <p:cNvSpPr txBox="1"/>
          <p:nvPr/>
        </p:nvSpPr>
        <p:spPr>
          <a:xfrm>
            <a:off x="6084168" y="836712"/>
            <a:ext cx="2520280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יגור </a:t>
            </a:r>
            <a:r>
              <a:rPr lang="he-IL" dirty="0" err="1" smtClean="0"/>
              <a:t>– מ</a:t>
            </a:r>
            <a:r>
              <a:rPr lang="he-IL" dirty="0" smtClean="0"/>
              <a:t>רכז 72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he-IL" dirty="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67544" y="0"/>
            <a:ext cx="8928992" cy="7067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868144" y="1052736"/>
            <a:ext cx="2056939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גבת –</a:t>
            </a:r>
            <a:r>
              <a:rPr lang="he-IL" dirty="0" err="1" smtClean="0"/>
              <a:t> חלקה</a:t>
            </a:r>
            <a:r>
              <a:rPr lang="he-IL" dirty="0" smtClean="0"/>
              <a:t> 307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TextBox 4"/>
          <p:cNvSpPr txBox="1"/>
          <p:nvPr/>
        </p:nvSpPr>
        <p:spPr>
          <a:xfrm>
            <a:off x="5796136" y="980728"/>
            <a:ext cx="2088232" cy="3693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חוות גדש –חלקה 20</a:t>
            </a:r>
            <a:endParaRPr lang="he-IL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395536" y="0"/>
            <a:ext cx="8748464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TextBox 5"/>
          <p:cNvSpPr txBox="1"/>
          <p:nvPr/>
        </p:nvSpPr>
        <p:spPr>
          <a:xfrm>
            <a:off x="5652120" y="764704"/>
            <a:ext cx="2232248" cy="369332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חוות גדש </a:t>
            </a:r>
            <a:r>
              <a:rPr lang="he-IL" dirty="0" err="1" smtClean="0"/>
              <a:t>– ח</a:t>
            </a:r>
            <a:r>
              <a:rPr lang="he-IL" dirty="0" smtClean="0"/>
              <a:t>לקה 20 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he-IL"/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179512" y="0"/>
            <a:ext cx="8964488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TextBox 4"/>
          <p:cNvSpPr txBox="1"/>
          <p:nvPr/>
        </p:nvSpPr>
        <p:spPr>
          <a:xfrm>
            <a:off x="5868144" y="980728"/>
            <a:ext cx="2016224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1">
            <a:spAutoFit/>
          </a:bodyPr>
          <a:lstStyle/>
          <a:p>
            <a:r>
              <a:rPr lang="he-IL" dirty="0" smtClean="0"/>
              <a:t>חוות עדן </a:t>
            </a:r>
            <a:r>
              <a:rPr lang="he-IL" dirty="0" err="1" smtClean="0"/>
              <a:t>– ח</a:t>
            </a:r>
            <a:r>
              <a:rPr lang="he-IL" dirty="0" smtClean="0"/>
              <a:t>לקה ה'.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</TotalTime>
  <Words>286</Words>
  <Application>Microsoft Office PowerPoint</Application>
  <PresentationFormat>On-screen Show (4:3)</PresentationFormat>
  <Paragraphs>107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סקירת מיפוי עלקת</vt:lpstr>
      <vt:lpstr>שיטת מיפוי</vt:lpstr>
      <vt:lpstr>חלוקה לרמות נגיעות </vt:lpstr>
      <vt:lpstr>משקים וחלקות שנדגמו עד כה</vt:lpstr>
      <vt:lpstr>דוגמא לנגיעות ברמה 1</vt:lpstr>
      <vt:lpstr>דוגמא לנגיעות ברמה 2</vt:lpstr>
      <vt:lpstr>דוגמא לנגיעות ברמה 3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ARO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סקירת מיפוי עלקת</dc:title>
  <dc:creator>itayr</dc:creator>
  <cp:lastModifiedBy>itayr</cp:lastModifiedBy>
  <cp:revision>23</cp:revision>
  <dcterms:created xsi:type="dcterms:W3CDTF">2010-08-02T09:55:51Z</dcterms:created>
  <dcterms:modified xsi:type="dcterms:W3CDTF">2010-08-26T13:28:26Z</dcterms:modified>
</cp:coreProperties>
</file>