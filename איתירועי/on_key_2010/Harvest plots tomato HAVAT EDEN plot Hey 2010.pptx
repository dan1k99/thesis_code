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0E874-2BE7-469A-B31B-DF5DB723036E}" type="datetimeFigureOut">
              <a:rPr lang="en-US" smtClean="0"/>
              <a:t>6/11/2010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28E91-9B6C-41C3-B026-1618CD642B4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28E91-9B6C-41C3-B026-1618CD642B43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A28E91-9B6C-41C3-B026-1618CD642B4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17DA2-185E-42D8-A193-06F47697F090}" type="datetimeFigureOut">
              <a:rPr lang="en-US" smtClean="0"/>
              <a:pPr/>
              <a:t>6/11/2010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FC92A-4368-4FC0-875C-1787C75B211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18750" t="14063" b="11719"/>
          <a:stretch>
            <a:fillRect/>
          </a:stretch>
        </p:blipFill>
        <p:spPr bwMode="auto">
          <a:xfrm>
            <a:off x="0" y="-381000"/>
            <a:ext cx="9906000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6858000" y="56388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3429000" y="3962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819400" y="5029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248400" y="50292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467600" y="46482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495800" y="44958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505200" y="33528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105400" y="34290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6477000" y="18288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10400" y="29718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19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8077200" y="51054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4419600" y="50292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1676400" y="3505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990600" y="47244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581400" y="1981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7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5791200" y="26670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16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5029200" y="54102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14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20000" y="22098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8077200" y="39624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5029200" y="59436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5257800" y="1905000"/>
            <a:ext cx="6096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2971800" y="19812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7" name="Oval 26"/>
          <p:cNvSpPr/>
          <p:nvPr/>
        </p:nvSpPr>
        <p:spPr>
          <a:xfrm>
            <a:off x="1752600" y="1905000"/>
            <a:ext cx="381000" cy="381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533400" y="1905000"/>
            <a:ext cx="381000" cy="381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13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 l="26875" t="23773" r="14375" b="11111"/>
          <a:stretch>
            <a:fillRect/>
          </a:stretch>
        </p:blipFill>
        <p:spPr bwMode="auto">
          <a:xfrm>
            <a:off x="152400" y="457200"/>
            <a:ext cx="8595360" cy="5760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26</Words>
  <Application>Microsoft Office PowerPoint</Application>
  <PresentationFormat>On-screen Show (4:3)</PresentationFormat>
  <Paragraphs>26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Eizenberg</dc:creator>
  <cp:lastModifiedBy>aro</cp:lastModifiedBy>
  <cp:revision>6</cp:revision>
  <dcterms:created xsi:type="dcterms:W3CDTF">2010-06-10T19:52:31Z</dcterms:created>
  <dcterms:modified xsi:type="dcterms:W3CDTF">2010-06-11T10:39:19Z</dcterms:modified>
</cp:coreProperties>
</file>