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6" r:id="rId15"/>
    <p:sldId id="270" r:id="rId16"/>
    <p:sldId id="271" r:id="rId17"/>
    <p:sldId id="274" r:id="rId18"/>
    <p:sldId id="272" r:id="rId19"/>
    <p:sldId id="273" r:id="rId20"/>
    <p:sldId id="275" r:id="rId21"/>
    <p:sldId id="277" r:id="rId2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98" d="100"/>
          <a:sy n="98" d="100"/>
        </p:scale>
        <p:origin x="-34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72270-572E-413B-AC60-72DDCAB5C463}" type="datetimeFigureOut">
              <a:rPr lang="he-IL" smtClean="0"/>
              <a:pPr/>
              <a:t>כ"ד/כסלו/תשע"ב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5FBAB-EC04-4387-9D4A-BDB4604C40D0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86881" y="1340768"/>
            <a:ext cx="4157119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חוות עדן חלקה ג'</a:t>
            </a:r>
            <a:endParaRPr lang="he-IL" sz="2400" dirty="0">
              <a:cs typeface="+mn-cs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052736"/>
            <a:ext cx="5566263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2400" dirty="0" smtClean="0">
                <a:cs typeface="+mn-cs"/>
              </a:rPr>
              <a:t>שד"א-חמרה ו'</a:t>
            </a:r>
            <a:endParaRPr lang="he-IL" sz="2400" dirty="0"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0977" y="1628800"/>
            <a:ext cx="5173023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628800"/>
            <a:ext cx="5980298" cy="464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השוואה בין מודלים.</a:t>
            </a:r>
            <a:endParaRPr lang="he-IL" sz="2400" dirty="0">
              <a:cs typeface="+mn-cs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112" y="1901031"/>
            <a:ext cx="5819775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5248" y="1340768"/>
            <a:ext cx="6768752" cy="527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420888"/>
            <a:ext cx="4464496" cy="268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שד"א-שוקף א'</a:t>
            </a:r>
            <a:endParaRPr lang="he-IL" sz="2400" dirty="0">
              <a:cs typeface="+mn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0"/>
            <a:ext cx="4464496" cy="2394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4119296"/>
            <a:ext cx="4464496" cy="2738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שד"א – תחנת קמח</a:t>
            </a:r>
            <a:endParaRPr lang="he-IL" sz="2400" dirty="0"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4823" y="1844824"/>
            <a:ext cx="5729177" cy="4466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636912"/>
            <a:ext cx="5237523" cy="4065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32656"/>
            <a:ext cx="3870985" cy="2610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b="1" u="sng" smtClean="0">
                <a:cs typeface="+mn-cs"/>
              </a:rPr>
              <a:t>מע"גל -מקרוז</a:t>
            </a:r>
            <a:endParaRPr lang="he-IL" sz="2400" b="1" u="sng" dirty="0"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65296" y="1268760"/>
            <a:ext cx="5278704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84784"/>
            <a:ext cx="500404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כפר החורש 2011 </a:t>
            </a:r>
            <a:endParaRPr lang="he-IL" sz="2400" dirty="0">
              <a:cs typeface="+mn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2276872"/>
            <a:ext cx="6650703" cy="518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5148064" cy="3995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124744"/>
            <a:ext cx="618778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גד"ש </a:t>
            </a:r>
            <a:r>
              <a:rPr lang="he-IL" sz="2400" dirty="0" err="1" smtClean="0">
                <a:cs typeface="+mn-cs"/>
              </a:rPr>
              <a:t>רא"ם</a:t>
            </a:r>
            <a:r>
              <a:rPr lang="he-IL" sz="2400" dirty="0" smtClean="0">
                <a:cs typeface="+mn-cs"/>
              </a:rPr>
              <a:t> - דמון</a:t>
            </a:r>
            <a:endParaRPr lang="he-IL" sz="2400" dirty="0">
              <a:cs typeface="+mn-cs"/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332037"/>
            <a:ext cx="583099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-99392"/>
            <a:ext cx="3600400" cy="242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44824"/>
            <a:ext cx="60198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יגור –חלקה בוקי</a:t>
            </a:r>
            <a:endParaRPr lang="he-IL" sz="2400" dirty="0">
              <a:cs typeface="+mn-cs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72374" y="1844824"/>
            <a:ext cx="597162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260648"/>
            <a:ext cx="380762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491880" y="260648"/>
            <a:ext cx="10903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SPHRICAL</a:t>
            </a:r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1475656" y="260648"/>
            <a:ext cx="141387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 smtClean="0"/>
              <a:t>Rational Q</a:t>
            </a:r>
            <a:endParaRPr lang="he-IL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476672"/>
            <a:ext cx="1797343" cy="1401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/>
              <a:t>יגור –חלקה בוקי</a:t>
            </a:r>
            <a:endParaRPr lang="he-IL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880" y="2110916"/>
            <a:ext cx="5150261" cy="401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גד"ש </a:t>
            </a:r>
            <a:r>
              <a:rPr lang="he-IL" sz="2400" dirty="0" err="1" smtClean="0">
                <a:cs typeface="+mn-cs"/>
              </a:rPr>
              <a:t>יע"ן</a:t>
            </a:r>
            <a:r>
              <a:rPr lang="he-IL" sz="2400" dirty="0" smtClean="0">
                <a:cs typeface="+mn-cs"/>
              </a:rPr>
              <a:t>-</a:t>
            </a:r>
            <a:r>
              <a:rPr lang="he-IL" sz="2400" dirty="0" err="1" smtClean="0">
                <a:cs typeface="+mn-cs"/>
              </a:rPr>
              <a:t>קונוע</a:t>
            </a:r>
            <a:endParaRPr lang="he-IL" sz="2400" dirty="0">
              <a:cs typeface="+mn-cs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764704"/>
            <a:ext cx="3748597" cy="2841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712667"/>
            <a:ext cx="4150001" cy="3145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833664"/>
            <a:ext cx="399035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1412776"/>
            <a:ext cx="3568194" cy="234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292080" y="1412776"/>
            <a:ext cx="102592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spherical</a:t>
            </a:r>
            <a:endParaRPr lang="he-IL" dirty="0"/>
          </a:p>
        </p:txBody>
      </p:sp>
      <p:sp>
        <p:nvSpPr>
          <p:cNvPr id="11" name="TextBox 10"/>
          <p:cNvSpPr txBox="1"/>
          <p:nvPr/>
        </p:nvSpPr>
        <p:spPr>
          <a:xfrm>
            <a:off x="6948264" y="1412776"/>
            <a:ext cx="12902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Exponential</a:t>
            </a:r>
            <a:endParaRPr lang="he-IL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6016" y="548680"/>
            <a:ext cx="1036102" cy="807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/>
              <a:t>גד"ש </a:t>
            </a:r>
            <a:r>
              <a:rPr lang="he-IL" sz="2400" dirty="0" err="1" smtClean="0"/>
              <a:t>יע"ן</a:t>
            </a:r>
            <a:r>
              <a:rPr lang="he-IL" sz="2400" dirty="0" smtClean="0"/>
              <a:t>-</a:t>
            </a:r>
            <a:r>
              <a:rPr lang="he-IL" sz="2400" dirty="0" err="1" smtClean="0"/>
              <a:t>קונוע</a:t>
            </a:r>
            <a:endParaRPr lang="he-IL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880" y="1844824"/>
            <a:ext cx="5099720" cy="397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1196752"/>
            <a:ext cx="5184576" cy="404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חוות גד"ש –חלקה 30</a:t>
            </a:r>
            <a:endParaRPr lang="he-IL" sz="2400" dirty="0">
              <a:cs typeface="+mn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548680"/>
            <a:ext cx="4176464" cy="2741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043608" y="620688"/>
            <a:ext cx="109036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 smtClean="0"/>
              <a:t>SPHRICAL</a:t>
            </a:r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2843808" y="620688"/>
            <a:ext cx="16991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en-US" dirty="0" smtClean="0"/>
              <a:t>optimize-(stable</a:t>
            </a:r>
            <a:endParaRPr lang="he-IL" dirty="0"/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3573016"/>
            <a:ext cx="4248472" cy="2908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מסילות – אם סוויסה</a:t>
            </a:r>
            <a:endParaRPr lang="he-IL" sz="2400" dirty="0">
              <a:cs typeface="+mn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7409" y="1196752"/>
            <a:ext cx="5886591" cy="4571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196752"/>
            <a:ext cx="442798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537520"/>
            <a:ext cx="8390209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מסילות – חלקה מפרק</a:t>
            </a:r>
            <a:endParaRPr lang="he-IL" sz="2400" dirty="0">
              <a:cs typeface="+mn-cs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0286" y="188640"/>
            <a:ext cx="577850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גד"ש ראם - ביאליק</a:t>
            </a:r>
            <a:endParaRPr lang="he-IL" sz="2400" dirty="0"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268760"/>
            <a:ext cx="6807048" cy="528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764704"/>
            <a:ext cx="4644009" cy="5540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dirty="0" smtClean="0">
                <a:cs typeface="+mn-cs"/>
              </a:rPr>
              <a:t>עין </a:t>
            </a:r>
            <a:r>
              <a:rPr lang="he-IL" sz="2400" dirty="0" err="1" smtClean="0">
                <a:cs typeface="+mn-cs"/>
              </a:rPr>
              <a:t>חרוד</a:t>
            </a:r>
            <a:r>
              <a:rPr lang="he-IL" sz="2400" dirty="0" smtClean="0">
                <a:cs typeface="+mn-cs"/>
              </a:rPr>
              <a:t> איחוד - </a:t>
            </a:r>
            <a:r>
              <a:rPr lang="he-IL" sz="2400" dirty="0" err="1" smtClean="0">
                <a:cs typeface="+mn-cs"/>
              </a:rPr>
              <a:t>אבלק</a:t>
            </a:r>
            <a:endParaRPr lang="he-IL" sz="2400" dirty="0">
              <a:cs typeface="+mn-cs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268760"/>
            <a:ext cx="6347445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196752"/>
            <a:ext cx="4499992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12974"/>
          </a:xfrm>
        </p:spPr>
        <p:txBody>
          <a:bodyPr>
            <a:normAutofit/>
          </a:bodyPr>
          <a:lstStyle/>
          <a:p>
            <a:pPr algn="r"/>
            <a:r>
              <a:rPr lang="he-IL" sz="2400" b="1" u="sng" dirty="0" err="1" smtClean="0">
                <a:cs typeface="+mn-cs"/>
              </a:rPr>
              <a:t>סמיואריוגרם</a:t>
            </a:r>
            <a:r>
              <a:rPr lang="he-IL" sz="2400" b="1" u="sng" dirty="0" smtClean="0">
                <a:cs typeface="+mn-cs"/>
              </a:rPr>
              <a:t> של דגמי פיזור לאורך שורה</a:t>
            </a:r>
            <a:endParaRPr lang="he-IL" sz="2400" b="1" u="sng" dirty="0"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060848"/>
            <a:ext cx="4638552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555776" y="1628800"/>
            <a:ext cx="173476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he-IL" dirty="0" smtClean="0"/>
              <a:t>חוות עדן-חלקה ג'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060848"/>
            <a:ext cx="426747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020272" y="1628800"/>
            <a:ext cx="16049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שד"א – חמרה ו'</a:t>
            </a:r>
            <a:endParaRPr lang="he-IL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2400" b="1" u="sng" dirty="0" err="1" smtClean="0"/>
              <a:t>סמיואריוגרם</a:t>
            </a:r>
            <a:r>
              <a:rPr lang="he-IL" sz="2400" b="1" u="sng" dirty="0" smtClean="0"/>
              <a:t> של דגמי פיזור – מקבצים גדולים</a:t>
            </a:r>
            <a:endParaRPr lang="he-IL" sz="2400" dirty="0">
              <a:cs typeface="+mn-cs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44825"/>
            <a:ext cx="5287949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844824"/>
            <a:ext cx="4464495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30610" y="1484784"/>
            <a:ext cx="217399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עין </a:t>
            </a:r>
            <a:r>
              <a:rPr lang="he-IL" dirty="0" err="1" smtClean="0"/>
              <a:t>חרוד</a:t>
            </a:r>
            <a:r>
              <a:rPr lang="he-IL" dirty="0" smtClean="0"/>
              <a:t> איחוד - </a:t>
            </a:r>
            <a:r>
              <a:rPr lang="he-IL" dirty="0" err="1" smtClean="0"/>
              <a:t>אבלק</a:t>
            </a:r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4932040" y="1484784"/>
            <a:ext cx="303801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גדש </a:t>
            </a:r>
            <a:r>
              <a:rPr lang="he-IL" dirty="0" err="1" smtClean="0"/>
              <a:t>רא"מ</a:t>
            </a:r>
            <a:r>
              <a:rPr lang="he-IL" dirty="0" smtClean="0"/>
              <a:t> – ביאליק (מקבץ "נקי)</a:t>
            </a:r>
            <a:endParaRPr lang="he-IL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pPr algn="r"/>
            <a:r>
              <a:rPr lang="he-IL" sz="2400" b="1" u="sng" dirty="0" err="1" smtClean="0">
                <a:cs typeface="+mn-cs"/>
              </a:rPr>
              <a:t>סמיואריוגרם</a:t>
            </a:r>
            <a:r>
              <a:rPr lang="he-IL" sz="2400" b="1" u="sng" dirty="0" smtClean="0">
                <a:cs typeface="+mn-cs"/>
              </a:rPr>
              <a:t> של דגמי פיזור כיווני צידי (נגיעות חמורה)</a:t>
            </a:r>
            <a:endParaRPr lang="he-IL" sz="2400" dirty="0">
              <a:cs typeface="+mn-cs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5093615" cy="3320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67744" y="764704"/>
            <a:ext cx="178766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כפר החורש 2011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124744"/>
            <a:ext cx="420055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156176" y="836712"/>
            <a:ext cx="214834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מסילות – מפרק 2011</a:t>
            </a:r>
            <a:endParaRPr lang="he-IL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720" y="3700189"/>
            <a:ext cx="5436095" cy="3157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635896" y="3717032"/>
            <a:ext cx="18165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מסילות-אם סוויסה</a:t>
            </a:r>
            <a:endParaRPr lang="he-IL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r"/>
            <a:r>
              <a:rPr lang="he-IL" sz="2400" b="1" u="sng" dirty="0" err="1" smtClean="0"/>
              <a:t>סמיואריוגרם</a:t>
            </a:r>
            <a:r>
              <a:rPr lang="he-IL" sz="2400" b="1" u="sng" dirty="0" smtClean="0"/>
              <a:t> של דגמי פיזור כיווני צידי (על-פי מ"ג).</a:t>
            </a:r>
            <a:endParaRPr lang="he-IL" sz="24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11760" y="1052736"/>
            <a:ext cx="16257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smtClean="0"/>
              <a:t>גד"ש יען –קו נוע</a:t>
            </a:r>
            <a:endParaRPr lang="he-IL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1412776"/>
            <a:ext cx="478802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40768"/>
            <a:ext cx="406794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168731" y="1052736"/>
            <a:ext cx="13324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1">
            <a:spAutoFit/>
          </a:bodyPr>
          <a:lstStyle/>
          <a:p>
            <a:r>
              <a:rPr lang="he-IL" dirty="0" err="1" smtClean="0"/>
              <a:t>מע"גל</a:t>
            </a:r>
            <a:r>
              <a:rPr lang="he-IL" dirty="0" smtClean="0"/>
              <a:t>-מקרוז</a:t>
            </a:r>
            <a:endParaRPr lang="he-I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143</Words>
  <Application>Microsoft Office PowerPoint</Application>
  <PresentationFormat>On-screen Show (4:3)</PresentationFormat>
  <Paragraphs>36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חוות עדן חלקה ג'</vt:lpstr>
      <vt:lpstr>שד"א-חמרה ו'</vt:lpstr>
      <vt:lpstr>השוואה בין מודלים.</vt:lpstr>
      <vt:lpstr>שד"א-שוקף א'</vt:lpstr>
      <vt:lpstr>שד"א – תחנת קמח</vt:lpstr>
      <vt:lpstr>מע"גל -מקרוז</vt:lpstr>
      <vt:lpstr>כפר החורש 2011 </vt:lpstr>
      <vt:lpstr>גד"ש רא"ם - דמון</vt:lpstr>
      <vt:lpstr>יגור –חלקה בוקי</vt:lpstr>
      <vt:lpstr>יגור –חלקה בוקי</vt:lpstr>
      <vt:lpstr>גד"ש יע"ן-קונוע</vt:lpstr>
      <vt:lpstr>גד"ש יע"ן-קונוע</vt:lpstr>
      <vt:lpstr>חוות גד"ש –חלקה 30</vt:lpstr>
      <vt:lpstr>מסילות – אם סוויסה</vt:lpstr>
      <vt:lpstr>מסילות – חלקה מפרק</vt:lpstr>
      <vt:lpstr>גד"ש ראם - ביאליק</vt:lpstr>
      <vt:lpstr>עין חרוד איחוד - אבלק</vt:lpstr>
      <vt:lpstr>סמיואריוגרם של דגמי פיזור לאורך שורה</vt:lpstr>
      <vt:lpstr>סמיואריוגרם של דגמי פיזור – מקבצים גדולים</vt:lpstr>
      <vt:lpstr>סמיואריוגרם של דגמי פיזור כיווני צידי (נגיעות חמורה)</vt:lpstr>
      <vt:lpstr>סמיואריוגרם של דגמי פיזור כיווני צידי (על-פי מ"ג).</vt:lpstr>
    </vt:vector>
  </TitlesOfParts>
  <Company>Faculty of Agriculture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חוות עדן חלקה ג'</dc:title>
  <dc:creator>chava</dc:creator>
  <cp:lastModifiedBy>chava</cp:lastModifiedBy>
  <cp:revision>108</cp:revision>
  <dcterms:created xsi:type="dcterms:W3CDTF">2011-12-15T10:54:15Z</dcterms:created>
  <dcterms:modified xsi:type="dcterms:W3CDTF">2011-12-20T08:22:22Z</dcterms:modified>
</cp:coreProperties>
</file>