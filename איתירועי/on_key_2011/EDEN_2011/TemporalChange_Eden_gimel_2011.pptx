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080" y="-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C7E61-84EA-40DA-AC14-CC3D6D407352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CF33F-9337-4772-BDF8-1989DBC270A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934200" y="228600"/>
            <a:ext cx="1828800" cy="4525963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 smtClean="0"/>
              <a:t>חוות עדן חלקה ג' – 3 שבועות לפני הקטיף</a:t>
            </a:r>
          </a:p>
          <a:p>
            <a:pPr algn="r" rtl="1"/>
            <a:r>
              <a:rPr lang="he-IL" sz="2800" dirty="0" smtClean="0"/>
              <a:t>עונת 2011</a:t>
            </a:r>
            <a:endParaRPr 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31875" t="18511" r="14375" b="10664"/>
          <a:stretch>
            <a:fillRect/>
          </a:stretch>
        </p:blipFill>
        <p:spPr bwMode="auto">
          <a:xfrm>
            <a:off x="304800" y="76200"/>
            <a:ext cx="6553200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 l="2500" t="48815" r="92197" b="43662"/>
          <a:stretch>
            <a:fillRect/>
          </a:stretch>
        </p:blipFill>
        <p:spPr bwMode="auto">
          <a:xfrm>
            <a:off x="7010400" y="4704080"/>
            <a:ext cx="1905000" cy="2098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7162800" y="3962400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400" b="1" dirty="0" smtClean="0"/>
              <a:t>רמת שיבוש בעלקת</a:t>
            </a:r>
            <a:endParaRPr lang="en-US" sz="2400" b="1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33125" t="18511" r="13750" b="9859"/>
          <a:stretch>
            <a:fillRect/>
          </a:stretch>
        </p:blipFill>
        <p:spPr bwMode="auto">
          <a:xfrm>
            <a:off x="381000" y="38100"/>
            <a:ext cx="6477000" cy="678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6"/>
          <p:cNvSpPr>
            <a:spLocks noGrp="1"/>
          </p:cNvSpPr>
          <p:nvPr>
            <p:ph idx="1"/>
          </p:nvPr>
        </p:nvSpPr>
        <p:spPr>
          <a:xfrm>
            <a:off x="6934200" y="228600"/>
            <a:ext cx="1828800" cy="4525963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 smtClean="0"/>
              <a:t>חוות עדן חלקה ג' – שבוע וחצי  לפני הקטיף</a:t>
            </a:r>
          </a:p>
          <a:p>
            <a:pPr algn="r" rtl="1"/>
            <a:r>
              <a:rPr lang="he-IL" sz="2800" dirty="0" smtClean="0"/>
              <a:t>עונת 2011</a:t>
            </a:r>
            <a:endParaRPr lang="en-US" sz="28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l="2500" t="48815" r="92197" b="43662"/>
          <a:stretch>
            <a:fillRect/>
          </a:stretch>
        </p:blipFill>
        <p:spPr bwMode="auto">
          <a:xfrm>
            <a:off x="7010400" y="4704080"/>
            <a:ext cx="1905000" cy="2098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7162800" y="3962400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400" b="1" dirty="0" smtClean="0"/>
              <a:t>רמת שיבוש בעלקת</a:t>
            </a:r>
            <a:endParaRPr lang="en-US" sz="2400" b="1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</Words>
  <Application>Microsoft Office PowerPoint</Application>
  <PresentationFormat>On-screen Show 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>ARO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AAA</dc:creator>
  <cp:lastModifiedBy>AAA</cp:lastModifiedBy>
  <cp:revision>3</cp:revision>
  <dcterms:created xsi:type="dcterms:W3CDTF">2012-10-29T07:30:56Z</dcterms:created>
  <dcterms:modified xsi:type="dcterms:W3CDTF">2012-10-29T11:55:43Z</dcterms:modified>
</cp:coreProperties>
</file>